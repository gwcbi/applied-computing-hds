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Data Architectures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Columnar, hierarchical, and genomics file formats · JSON and APIs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PUBH 6854 / 4201 · Applied Computing in Health Data Science · Oct 19,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files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TSV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21408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12848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Parquet, Arrow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85616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7056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77056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49824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1264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Genomics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41264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 · BAM · VCF · BED · GFF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14032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05472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+ APIs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205472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Ensembl, FHIR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thread: follow a tiny sequencing experiment from raw reads to "which gene is this variant in?"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different costs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MB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417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MB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17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MB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one column: ~0.12 s from CSV vs ~0.02 s from Parquet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500,000-row synthetic lab table, 9 columns. Numbers from a test run; yours will vary.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files: the traps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love them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anything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diff in git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TSV: commas appear in real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5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schema: 007 becomes 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are just strings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turns SEPT1 into 1-Sep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read one column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vs. column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CSV: row by row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Parquet: column by column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155448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554480"/>
            <a:ext cx="8229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155448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554480"/>
            <a:ext cx="8229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554480"/>
            <a:ext cx="82296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554480"/>
            <a:ext cx="8229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55448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05740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205740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205740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5740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057400"/>
            <a:ext cx="82296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205740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205740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6032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256032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256032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256032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2560320"/>
            <a:ext cx="82296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256032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256032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6324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06324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5880" y="306324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306324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06324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3063240"/>
            <a:ext cx="82296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63240" y="306324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52360" y="306324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56616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56616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25880" y="356616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15000" y="356616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0" y="356616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3566160"/>
            <a:ext cx="822960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63240" y="356616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2360" y="3566160"/>
            <a:ext cx="822960" cy="457200"/>
          </a:xfrm>
          <a:prstGeom prst="rect">
            <a:avLst/>
          </a:prstGeom>
          <a:solidFill>
            <a:srgbClr val="E3E9E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everything, keep one column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84632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just the column you want. Similar values compress well.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 and Arrow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18872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and compressed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stored inside the file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big tables you read repeatedly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columnar layout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R, DuckDB share a table without copying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can run SQL on a Parquet file directly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HDF5: a file system inside a file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2926080"/>
          </a:xfrm>
          <a:prstGeom prst="roundRect">
            <a:avLst>
              <a:gd name="adj" fmla="val 2500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toy_cells.h5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X   (1000 x 200)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obs/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cell_id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var/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gene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0" y="11887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E3E9EC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= folders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=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= metadata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slice without loading it 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as .h5ad, 10x .h5, loom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story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554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766560" y="15544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/ GFF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genome: 2 chromosomes, 2,000 bases, 60 simulated reads, one planted variant (synthetic, not patient data).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FASTQ anatomy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@SIM:1:FC001:1:1101:1000:2000 1:N:0:ATCACG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ACCAACAGTGGAATTCACCTGCGTACGGTGGTTAAGCTGGTGCTCACGTT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DGFHGFDDBDBDF?BECBC?AB@AA@@=;&lt;@9=:&gt;&lt;8;;;:674485844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@ header (instrument, lane, tile, x:y)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2: bases · Line 3: + · Line 4: quality, one character per 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Phred Q = -10 log10(error). Q20 = 1/100, Q30 = 1/1000. Stored as Q + 33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 file = lines ÷ 4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vs GFF3 vs GTF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chrT1  100  950  geneA  0  +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2402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GFF3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chrT1 toy gene 101 950 . + . ID=gene:geneA;Name=geneA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2004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chrT1 toy gene 101 950 . + . gene_id "geneA"; gene_name "geneA";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GFF3 attributes: key=value. GTF attributes: key "value"; (older, still expected by many tools).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Coordinates: 0-based vs 1-based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counts from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(half-open)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GFF3 · GTF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(closed)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VCF · SAM text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pysam Python API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geneA: GFF 101–950 = BED 100–950 = 850 bp. Off-by-one errors are silent.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SAM/BAM anatomy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read_name  flag  chrom  pos  mapq  CIGAR  ...  seq  qual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SIM:...:2406:2418  16  chrT1  70  60  50M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is text; BAM is the compressed binary; CRAM is smaller still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16 = reverse strand · CIGAR 50M = 50 aligned bases (I, D, S for indels and clips)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index (.bai) to jump to a region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samtools (view, depth, index)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VCF anatomy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##FILTER=&lt;ID=LowQual,Description="Low quality call"&gt;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#CHROM POS ID REF ALT QUAL FILTER INFO FORMAT SAMPLE1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chrT1  500 .  A   C   99   PASS   DP=20;AF=0.50  GT  0/1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chrT1  900 .  T   A   12   LowQual DP=3;AF=0.33  GT  0/1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header lines, one # column line, then one line per variant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0/0 hom ref · 0/1 het · 1/1 hom alt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says whether to trust the call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bgzip + tabix (or bcftools) for region queries. Don't regex it: use pysam or bcftools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and JSON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37160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JSON response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docs first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status: 200 ok · 404 not found · 429 slow down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nested, not a table: you choose how to flatten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polite: rate limits, keys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responses so your analysis survives a server outage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Unfamiliar format? A routine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it: head the first 20 lines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AI: what format, what columns, which library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88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answer against the official spec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case where you know the answer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format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shared with humans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D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table, read repeatedly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D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arrays, single-cell matrices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D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HDF5 / .h5ad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Reads, alignments, variants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D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FASTQ, BAM, VCF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and region coordinates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D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/ GFF3 / GTF (mind the coordinates)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from someone else's server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D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via API, cached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Wednesday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mystery files, the off-by-one trap, an API call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formats environment tonight (see README)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due Wed Oct 28, 11:59 pm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workflow management (Snakemake)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9 - Advanced Data Architectures</dc:title>
  <dc:subject>PptxGenJS Presentation</dc:subject>
  <dc:creator>PptxGenJS</dc:creator>
  <cp:lastModifiedBy>PptxGenJS</cp:lastModifiedBy>
  <cp:revision>1</cp:revision>
  <dcterms:created xsi:type="dcterms:W3CDTF">2026-10-19T15:04:42Z</dcterms:created>
  <dcterms:modified xsi:type="dcterms:W3CDTF">2026-10-19T15:04:42Z</dcterms:modified>
</cp:coreProperties>
</file>