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75-min slot. Welcome &amp; admin ~3 min. Lab 2 (Analysis Notebook) due Wed Sep 16, 11:59pm -- same day as Wednesday's practical, so remind them it's due the night of practical, not before it. No new lab assigned this week (Lab 3 is assigned in Week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Quick recap framing -- text processing is the last Module-1 skill before we move into data wrangling proper in Week 5. Call out item 4 explicitly: today's AI segment is a preview only -- the real depth is Wednesday's practical, on purpose, so we're not cramming prompting + verification skills into the same slot as new regex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min, folds into the 25-min regex block. Point out these are real formats they'll meet again: FASTA in Lab 3 / genomics track, lab-report style lines in Week 8-9's health-data work, logs in Week 10's workflow-management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 of the 25-min regex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Write these live if time allows -- typing \d+\.\d+ and watching it highlight in a live regex tester lands better than a static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~5-6 min. This is the pair students most need for Lab 3 -- capturing the field they want, anchored so a partial coincidental match doesn't slip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 Build this ON the board/live regex tester piece by piece rather than revealing it fully assembled if time allows -- it's the bridge into the live-code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20-min block starts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Sets up why regex is the right tool for the middle category specifically -- not a knock against AI, just scoping.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 including a quick class discussion prompt: 'what would break a naive str.split(':') here?' before moving into the live-code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15-min block. This mirrors how regex actually gets written in practice -- normalize iterating on a pattern rather than expecting to get it right first 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min. Actually type this live rather than click through -- let it break for real on step 2 before showing the fix. The exact edge case shown here is one option; swap for whatever breaks memorably when you test it beforehand.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5-min preview only -- this is deliberately short. The full 'how to prompt for extraction + how to verify/troubleshoot AI output' treatment is Wednesday's practical, not today. Say that explicitly so it doesn't feel skipped.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 for the comparison itself. Explicitly bridge: 'Wednesday we'll do this for real, side by side, plus how to prompt well and verify AI output critically -- that's worth real time, not a rushed 5 minutes today.'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The last AI bullet (confident but wrong, no error message) is the whole reason Wednesday's practical spends real time on verification, not just prompting -- say that out loud as the bridge to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This is the explicit hand-off slide -- make sure students leave knowing Wednesday isn't 'more regex,' it's the AI-extraction + AI-troubleshooting segment we previewed today, done properly with real time budgeted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C40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PUBH 6854 / PUBH 4201 · APPLIED COMPUTING IN HEALTH DATA SCIENCE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4: Text Processing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expressions, semi-structured files, and where AI fits in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· Monday, September 14,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WE'VE BEEN / WHERE WE'RE GOING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3E9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(WEEKS 1–3)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Shell, remote/local environments, R &amp; Python overview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3017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environments — conda/mamba, uv, renv, Docker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886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886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notebooks — Jupyter &amp; R Markdown discipline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006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so far has had a shared thread: make your work repeatable. Today we start Module 1's last piece — getting clean, structured data out of messy text.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expressions, from first principles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807208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8072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semi-structured files (FASTA, logs, metadata)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465576"/>
            <a:ext cx="457200" cy="4572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465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Live-code: build a regex parser incrementally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1239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36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1239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AI-assisted extraction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47823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7823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— regex and AI both break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Agenda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Genomic Data Is Mostly Messy 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3E9E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28016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headers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574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&gt;seq0231 | organism=Homo_sapiens | gene=BRCA1 | len=1863bp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3E9E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081528"/>
            <a:ext cx="128016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 line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3872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Glucose: 142 mg/dL (H)   Ref: 70-99 mg/dL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62856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3E9E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62856"/>
            <a:ext cx="128016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542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 line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02005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[2026-09-12 03:14:07] WARN job=align_042 exit=1 host=node07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8134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CSV. None are JSON. There's a pattern — just not a rigid one. That's exactly the gap regular expressions fill.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BLOCK · 1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 Regular Expression?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that describes a set of strings — a tiny language for “find text that looks like this.”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characters match exactly.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matches the four letters g-e-n-e, in that order.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literals, regex adds special characters that mean “any digit,” “one or more of the last thing,” “either of these” — that's the rest of today's block.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16459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082C40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26680" y="164592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'BRCA1' headers.fa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matches any line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containing "BRCA1"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literally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3840480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E3E9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everywhere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434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regex language is (almost) identical in grep, Python's re, R's stringr, your text editor's find/replace, and most other tools. Learn it once.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BLOCK · 2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Classes: Your First Wildcards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10896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2743200"/>
                <a:gridCol w="32004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6B75"/>
                          </a:solidFill>
                        </a:rPr>
                        <a:t>Token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6B75"/>
                          </a:solidFill>
                        </a:rPr>
                        <a:t>Means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6B75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6B75"/>
                          </a:solidFill>
                        </a:rPr>
                        <a:t>Matches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D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\d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digit (0–9)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\d+ mg/dL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142 mg/dL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D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\w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letter, digit, or underscore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gene=\w+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gene=BRCA1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D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\s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whitespace (space, tab)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exit=\d+\s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exit=1 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D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character at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seq.\d+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seq0231 or seqA231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82C4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example: </a:t>
            </a:r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\d+\.\d+\s*mg/dL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a decimal lab value with its unit, e.g.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142.5 mg/dL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BLOCK · 3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Quantifiers: How Many?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2560320"/>
                <a:gridCol w="3566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6B75"/>
                          </a:solidFill>
                        </a:rPr>
                        <a:t>Symbol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6B75"/>
                          </a:solidFill>
                        </a:rPr>
                        <a:t>Means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6B75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6B75"/>
                          </a:solidFill>
                        </a:rPr>
                        <a:t>Matches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D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\d+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1, 42, 14209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D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or more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\s*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'' or '   '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D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or one (optional)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colou?r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color or colour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D5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{n,m}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n and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\d{2,4}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12, 142, 1420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3E9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character classes: 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\w+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“one or more word characters” = a whole gene symbol, sample ID, or field name.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BLOCK · 4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Groups &amp; Anchors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3E9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pull a piece of the match out on its own — the part you actually want.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082C40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97280" y="34290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gene=(\w+)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gene=BRCA1  →  group 1 = BRCA1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3E9E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^$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1783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start of line/string, </a:t>
            </a:r>
            <a:pPr indent="0" marL="0">
              <a:buNone/>
            </a:pPr>
            <a:r>
              <a:rPr lang="en-US" sz="14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end. Pin a pattern so it must match the whole thing, not just part.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42900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082C40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12280" y="342900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^\d+\.\d+\s*mg/dL$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only if the ENTIRE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is a lab value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BLOCK · 5 OF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pull the gene symbol out of a FASTA header.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82C40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&gt;seq0231 | organism=Homo_sapiens | gene=BRCA1 | len=1863bp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063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gene=(\w+)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gene=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26289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text — must appear exactly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14700" y="416052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14700" y="4617720"/>
            <a:ext cx="26289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capturing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416052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\w+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4617720"/>
            <a:ext cx="26289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word characters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846820" y="416052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46820" y="4617720"/>
            <a:ext cx="26289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capturing → this is what we keep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Semi-Structured Files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headers, metadata files, and logs — there's a pattern, just not a rigid one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SPECTRUM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Just... Parse 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E3E9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/ JSON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delimiters, a real parser (csv, json libraries) reads it correctly every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6052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Semi-structured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 / logs / metadata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8803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predictable shape, but with optional fields, inconsistent spacing, free-text chunks.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0" y="15544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082C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text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notes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8803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pattern at all — this is where NLP / AI genuinely has an edge over regex.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 (regex) live in the middle column. The right column is where we'll compare against AI-assisted extraction.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Semi-Structured Files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FASTA Header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82C40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&gt;seq0231 | organism=Homo_sapiens | gene=BRCA1 | len=1863bp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34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marker — always starts a header 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4015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seq0231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ID — format varies by source database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41648"/>
            <a:ext cx="146304" cy="146304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9684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organism=...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key=value field — not every header has every field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0857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53542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... | 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pipe-delimited — but not guaranteed consistent spacing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3E9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394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labs / databases format this differently. A hardcoded string-split breaks the moment a field is missing or reordered — regex tolerates that.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Semi-Structured Files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EXAMPLES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Files &amp; Logs Have the Same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3E9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082C40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219456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sample_id: S042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63 yrs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collected: 2026-08-14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sample_id:S043; age:unknown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spacing, punctuation, and even missing values (“unknown”) in the same file.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3E9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19456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082C40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12280" y="219456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[2026-09-12 03:14:07]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 job=align_042 exit=1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host=node07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0332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shape you could describe in a sentence — but writing a hand-rolled string-splitter for it is fragile and painful. Regex is built for exactly this.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Semi-Structured Files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LIVE-CODE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Regex Parser, Incrementally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naive. Break it on a real edge case. Fix it. Repeat.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DO, LIVE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Passes at the Same 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8366760" cy="1051560"/>
          </a:xfrm>
          <a:prstGeom prst="roundRect">
            <a:avLst>
              <a:gd name="adj" fmla="val 5217"/>
            </a:avLst>
          </a:prstGeom>
          <a:solidFill>
            <a:srgbClr val="E3E9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67335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C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gene=\w+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756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right on the clean example. Grabs the field — for now.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46120" y="3017520"/>
            <a:ext cx="8366760" cy="1051560"/>
          </a:xfrm>
          <a:prstGeom prst="roundRect">
            <a:avLst>
              <a:gd name="adj" fmla="val 5217"/>
            </a:avLst>
          </a:prstGeom>
          <a:solidFill>
            <a:srgbClr val="E3E9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0" y="30906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C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gene=HLA-DRB1;confidence=high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4930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\w+ doesn't include hyphens — the match stops at “HLA” and silently drops “-DRB1”. No error, just a wrong (truncated) answer.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26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34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246120" y="4434840"/>
            <a:ext cx="8366760" cy="1051560"/>
          </a:xfrm>
          <a:prstGeom prst="roundRect">
            <a:avLst>
              <a:gd name="adj" fmla="val 5217"/>
            </a:avLst>
          </a:prstGeom>
          <a:solidFill>
            <a:srgbClr val="E3E9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74720" y="45079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C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gene=([\w-]+)(?=;|\s|$)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49103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hyphen to the character class, keep the lookahead boundary so it still stops cleanly at the next field.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Live-Code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PREVIEW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Task, With AI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today — we go deep Wednesday in the practical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HEADER, TWO APPROACHES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vs. AI-Assisted Extraction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82C40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&gt;seq0231 | organism=Homo_sapiens | gene=BRCA1 | len=1863bp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E3E9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gene=(\w+)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same input, same output, every time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fast, runs offline on a million lines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know the pattern in advance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if the format shifts unexpectedly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E3E9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17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3D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“Extract the gene symbol from this header”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52044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to write — describe what you want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messier, less-consistent formats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deterministic — needs spot-checking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hallucinate a field that isn't there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Extraction (Preview)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PERFECT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Modes: Know Where Each One Breaks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82C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breaks on…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Ambiguous free text — no fixed pattern to anchor to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Inconsistent delimiters across a file (some tab, some comma)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pattern that's technically correct but too greedy or too narrow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cases you didn't test for — the file that breaks the rule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7373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extraction breaks on…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Hallucinating a field that isn't actually in the text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Silently “normalizing” a value instead of extracting it as-written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Inconsistent output across near-identical inputs
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Confident-sounding output that's simply wrong — no error message at all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31352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Text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 &amp; Practical Preview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Wednesday, 11:59pm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2: Analysis Notebook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the same night as Wednesday's practical — submit before class if you can, so today's regex material isn't competing with it for your attention.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82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lab this week — Lab 3 (Parsing Messy Health/Genomic Data) is assigned next week and builds directly on today.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B3D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691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Sep 16 · Practical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14884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Hands-on: regex extraction on messy FASTA headers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dive: AI-assisted extraction — writing a good prompt, verifying output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to troubleshoot with AI: what to hand it, chat vs. agentic tools, and reading before running what it suggests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Side-by-side comparison, same dataset as today's regex work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2026-09-14T13:12:43Z</dcterms:created>
  <dcterms:modified xsi:type="dcterms:W3CDTF">2026-09-14T13:12:43Z</dcterms:modified>
</cp:coreProperties>
</file>