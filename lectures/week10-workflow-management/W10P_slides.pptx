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Name the Snakemake version; state the exact final output; config for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Stop at the first rung that fails. The engine is your verification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Planted draft. Dry run shows 14 not 15; config change reruns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82C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wrote you a Snakefile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looks great. It might be wrong in a way that still runs.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that works</a:t>
            </a:r>
            <a:endParaRPr lang="en-US" sz="3200" dirty="0"/>
          </a:p>
        </p:txBody>
      </p:sp>
      <p:sp>
        <p:nvSpPr>
          <p:cNvPr id="4" name="prompt-code-bg"/>
          <p:cNvSpPr/>
          <p:nvPr/>
        </p:nvSpPr>
        <p:spPr>
          <a:xfrm>
            <a:off x="457200" y="1280160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082C40"/>
          </a:solidFill>
          <a:ln w="12700">
            <a:solidFill>
              <a:srgbClr val="082C40"/>
            </a:solidFill>
            <a:prstDash val="solid"/>
          </a:ln>
        </p:spPr>
      </p:sp>
      <p:sp>
        <p:nvSpPr>
          <p:cNvPr id="5" name="prompt-code"/>
          <p:cNvSpPr txBox="1"/>
          <p:nvPr/>
        </p:nvSpPr>
        <p:spPr>
          <a:xfrm>
            <a:off x="640080" y="1389888"/>
            <a:ext cx="457200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this shell script into a Snakefile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Snakemake 9.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 are listed in config.yaml.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final output must be results/matrix.png.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min_vaf must come from config.yaml.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rule all, wildcards, and expand().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the script: ...</a:t>
            </a:r>
            <a:endParaRPr lang="en-US" sz="1400" dirty="0"/>
          </a:p>
        </p:txBody>
      </p:sp>
      <p:sp>
        <p:nvSpPr>
          <p:cNvPr id="6" name="badge1"/>
          <p:cNvSpPr/>
          <p:nvPr/>
        </p:nvSpPr>
        <p:spPr>
          <a:xfrm>
            <a:off x="5669280" y="13258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3075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scripts, folder layout, and the exact final files</a:t>
            </a:r>
            <a:endParaRPr lang="en-US" sz="1400" dirty="0"/>
          </a:p>
        </p:txBody>
      </p:sp>
      <p:sp>
        <p:nvSpPr>
          <p:cNvPr id="10" name="badge2"/>
          <p:cNvSpPr/>
          <p:nvPr/>
        </p:nvSpPr>
        <p:spPr>
          <a:xfrm>
            <a:off x="5669280" y="237744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version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697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and flags changed across releases</a:t>
            </a:r>
            <a:endParaRPr lang="en-US" sz="1400" dirty="0"/>
          </a:p>
        </p:txBody>
      </p:sp>
      <p:sp>
        <p:nvSpPr>
          <p:cNvPr id="14" name="badge3"/>
          <p:cNvSpPr/>
          <p:nvPr/>
        </p:nvSpPr>
        <p:spPr>
          <a:xfrm>
            <a:off x="5669280" y="34290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parameters live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it may hard-code them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an AI draft: five rungs</a:t>
            </a:r>
            <a:endParaRPr lang="en-US" sz="3200" dirty="0"/>
          </a:p>
        </p:txBody>
      </p:sp>
      <p:sp>
        <p:nvSpPr>
          <p:cNvPr id="4" name="rung"/>
          <p:cNvSpPr/>
          <p:nvPr/>
        </p:nvSpPr>
        <p:spPr>
          <a:xfrm>
            <a:off x="457200" y="356616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639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023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400" dirty="0"/>
          </a:p>
        </p:txBody>
      </p:sp>
      <p:sp>
        <p:nvSpPr>
          <p:cNvPr id="7" name="rung"/>
          <p:cNvSpPr/>
          <p:nvPr/>
        </p:nvSpPr>
        <p:spPr>
          <a:xfrm>
            <a:off x="2121408" y="310896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31136" y="31821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2231136" y="3566160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job count vs. your prediction</a:t>
            </a:r>
            <a:endParaRPr lang="en-US" sz="1400" dirty="0"/>
          </a:p>
        </p:txBody>
      </p:sp>
      <p:sp>
        <p:nvSpPr>
          <p:cNvPr id="10" name="rung"/>
          <p:cNvSpPr/>
          <p:nvPr/>
        </p:nvSpPr>
        <p:spPr>
          <a:xfrm>
            <a:off x="3785616" y="2651760"/>
            <a:ext cx="1554480" cy="182880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95344" y="2724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895344" y="3108960"/>
            <a:ext cx="1335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DAG</a:t>
            </a:r>
            <a:endParaRPr lang="en-US" sz="1400" dirty="0"/>
          </a:p>
        </p:txBody>
      </p:sp>
      <p:sp>
        <p:nvSpPr>
          <p:cNvPr id="13" name="rung"/>
          <p:cNvSpPr/>
          <p:nvPr/>
        </p:nvSpPr>
        <p:spPr>
          <a:xfrm>
            <a:off x="5449824" y="2194560"/>
            <a:ext cx="1554480" cy="2286000"/>
          </a:xfrm>
          <a:prstGeom prst="roundRect">
            <a:avLst>
              <a:gd name="adj" fmla="val 35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59552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559552" y="2651760"/>
            <a:ext cx="13350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 piece</a:t>
            </a:r>
            <a:endParaRPr lang="en-US" sz="1400" dirty="0"/>
          </a:p>
        </p:txBody>
      </p:sp>
      <p:sp>
        <p:nvSpPr>
          <p:cNvPr id="16" name="rung"/>
          <p:cNvSpPr/>
          <p:nvPr/>
        </p:nvSpPr>
        <p:spPr>
          <a:xfrm>
            <a:off x="7114032" y="1737360"/>
            <a:ext cx="1554480" cy="2743200"/>
          </a:xfrm>
          <a:prstGeom prst="roundRect">
            <a:avLst>
              <a:gd name="adj" fmla="val 3529"/>
            </a:avLst>
          </a:prstGeom>
          <a:solidFill>
            <a:srgbClr val="0B3D59"/>
          </a:solidFill>
          <a:ln w="12700">
            <a:solidFill>
              <a:srgbClr val="0B3D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23760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2194560"/>
            <a:ext cx="133502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something: what reruns?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the first rung that fails.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bugs, zero errors</a:t>
            </a:r>
            <a:endParaRPr lang="en-US" sz="3200" dirty="0"/>
          </a:p>
        </p:txBody>
      </p:sp>
      <p:sp>
        <p:nvSpPr>
          <p:cNvPr id="4" name="bug-card"/>
          <p:cNvSpPr/>
          <p:nvPr/>
        </p:nvSpPr>
        <p:spPr>
          <a:xfrm>
            <a:off x="457200" y="13716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08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expected 15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all asks for matrix.tsv, not matrix.png. The figure is never made.</a:t>
            </a:r>
            <a:endParaRPr lang="en-US" sz="1500" dirty="0"/>
          </a:p>
        </p:txBody>
      </p:sp>
      <p:sp>
        <p:nvSpPr>
          <p:cNvPr id="8" name="bug-card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3E9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508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after min_vaf 0.10 → 0.50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108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 is hard-coded in the rule. The config is ignored, and nothing tells you.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it in AI_USAGE.md: model, prompt, what was wrong, how you caught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DS Workflow">
  <a:themeElements>
    <a:clrScheme name="HDS Workflow">
      <a:dk1>
        <a:srgbClr val="1A1A1A"/>
      </a:dk1>
      <a:lt1>
        <a:srgbClr val="FFFFFF"/>
      </a:lt1>
      <a:dk2>
        <a:srgbClr val="0B3D59"/>
      </a:dk2>
      <a:lt2>
        <a:srgbClr val="F4F7F9"/>
      </a:lt2>
      <a:accent1>
        <a:srgbClr val="1C7293"/>
      </a:accent1>
      <a:accent2>
        <a:srgbClr val="F2A541"/>
      </a:accent2>
      <a:accent3>
        <a:srgbClr val="CADCFC"/>
      </a:accent3>
      <a:accent4>
        <a:srgbClr val="5A6B75"/>
      </a:accent4>
      <a:accent5>
        <a:srgbClr val="082C40"/>
      </a:accent5>
      <a:accent6>
        <a:srgbClr val="E3E9EC"/>
      </a:accent6>
      <a:hlink>
        <a:srgbClr val="1C7293"/>
      </a:hlink>
      <a:folHlink>
        <a:srgbClr val="5A6B75"/>
      </a:folHlink>
    </a:clrScheme>
    <a:fontScheme name="HDS Workflo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Practical - AI and Workflows</dc:title>
  <dc:subject>PptxGenJS Presentation</dc:subject>
  <dc:creator>Matthew L. Bendall</dc:creator>
  <cp:lastModifiedBy>Matthew L. Bendall</cp:lastModifiedBy>
  <cp:revision>1</cp:revision>
  <dcterms:created xsi:type="dcterms:W3CDTF">2026-10-26T14:45:42Z</dcterms:created>
  <dcterms:modified xsi:type="dcterms:W3CDTF">2026-10-26T14:45:42Z</dcterms:modified>
</cp:coreProperties>
</file>